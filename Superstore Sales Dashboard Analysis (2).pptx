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7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31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232A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Dashboard 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6053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contains sales transactions from a retail superstore, capturing the full journey from order to fulfillment across customers, products, and regions.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INCLUDES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0632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94560" y="30632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30632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49040" y="30632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30632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30632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30632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931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194560" y="39319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3931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49040" y="39319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3931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303520" y="39319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0" y="3931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86600" y="1508760"/>
            <a:ext cx="4480560" cy="2788920"/>
          </a:xfrm>
          <a:prstGeom prst="roundRect">
            <a:avLst>
              <a:gd name="adj" fmla="val 3279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2286000"/>
            <a:ext cx="822960" cy="82296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5820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52360" y="32461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model relationships, build DAX measures, and design the interactive dashboard for this analysis.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344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of this project is to analyze sales performance and identify key business insights that help decision-makers improve profitability and sales performance.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9AA3C9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30632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performs best?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306324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9AA3C9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30632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generates the highest sales?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9AA3C9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7548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underperforming?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475488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9AA3C9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47548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sales change over time?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Defined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overall performance across the Superstore dataset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2A649"/>
                </a:solidFill>
                <a:latin typeface="Cambria" pitchFamily="34" charset="0"/>
                <a:ea typeface="Cambria" pitchFamily="34" charset="-122"/>
              </a:rPr>
              <a:t>2.30M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2A649"/>
                </a:solidFill>
                <a:latin typeface="Cambria" pitchFamily="34" charset="0"/>
                <a:ea typeface="Cambria" pitchFamily="34" charset="-122"/>
              </a:rPr>
              <a:t>286.40k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3000" b="1" dirty="0" smtClean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9224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16916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 smtClean="0">
                <a:solidFill>
                  <a:srgbClr val="F2A649"/>
                </a:solidFill>
                <a:latin typeface="Cambria" pitchFamily="34" charset="0"/>
                <a:ea typeface="Cambria" pitchFamily="34" charset="-122"/>
              </a:rPr>
              <a:t>12.47</a:t>
            </a:r>
            <a:r>
              <a:rPr lang="en-US" sz="30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32688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566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657600" y="4617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CATEGORY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566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46.88%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492240" y="4617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Screenshot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647285"/>
            <a:ext cx="10515600" cy="4663440"/>
          </a:xfrm>
          <a:prstGeom prst="roundRect">
            <a:avLst>
              <a:gd name="adj" fmla="val 1961"/>
            </a:avLst>
          </a:prstGeom>
          <a:solidFill>
            <a:srgbClr val="F4F6FC"/>
          </a:solidFill>
          <a:ln w="25400">
            <a:solidFill>
              <a:srgbClr val="CADCF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108960" y="4343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4754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28676"/>
            <a:ext cx="10698480" cy="51820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REVEALS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282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generated the highest sales.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569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44144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best-selling category.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4107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282696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exceeded </a:t>
            </a:r>
            <a:r>
              <a:rPr lang="en-US" sz="1450" dirty="0" smtClean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2.30M.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251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123944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is approximately </a:t>
            </a:r>
            <a:r>
              <a:rPr lang="en-US" sz="1450" dirty="0" smtClean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</a:t>
            </a:r>
            <a:r>
              <a:rPr lang="en-US" sz="16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r>
              <a:rPr lang="en-US" sz="1450" dirty="0" smtClean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1617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1617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96519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sub-categories such </a:t>
            </a: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</a:t>
            </a:r>
            <a:r>
              <a:rPr lang="en-US" sz="1400" dirty="0"/>
              <a:t>Supplies</a:t>
            </a:r>
            <a:r>
              <a:rPr lang="en-US" sz="1400" dirty="0" smtClean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450" dirty="0" smtClean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Fasteners </a:t>
            </a:r>
            <a:r>
              <a:rPr lang="en-US" sz="14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low profits.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Technology products.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920240"/>
            <a:ext cx="548640" cy="54864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performance of underperforming products.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4160520"/>
            <a:ext cx="548640" cy="54864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48920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marketing efforts in high-performing regions.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4160520"/>
            <a:ext cx="548640" cy="54864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48920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strategies for low-profit products.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ALONG THE WAY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Power BI for the first time.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160020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DAX measures.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749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347472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 interactive dashboard.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347472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9AA3C9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3749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347472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relationships between KPIs and visuals.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232A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real decisions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helped me understand how to transform raw business data into meaningful insights using Power BI dashboards.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Muhira Mohammed Abdulrhman Ibrahim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321</Words>
  <Application>Microsoft Office PowerPoint</Application>
  <PresentationFormat>Widescreen</PresentationFormat>
  <Paragraphs>97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5</cp:revision>
  <dcterms:created xsi:type="dcterms:W3CDTF">2026-07-28T18:32:36Z</dcterms:created>
  <dcterms:modified xsi:type="dcterms:W3CDTF">2026-07-29T04:36:24Z</dcterms:modified>
</cp:coreProperties>
</file>